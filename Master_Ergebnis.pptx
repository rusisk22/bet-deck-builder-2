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1" r:id="rId9"/>
    <p:sldId id="263" r:id="rId10"/>
    <p:sldId id="260" r:id="rId11"/>
    <p:sldId id="264" r:id="rId12"/>
    <p:sldId id="266" r:id="rId13"/>
    <p:sldId id="267" r:id="rId14"/>
  </p:sldIdLst>
  <p:sldSz cx="12192000" cy="6858000"/>
  <p:notesSz cx="6797675" cy="9926638"/>
  <p:custDataLst>
    <p:tags r:id="rId1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979" userDrawn="1">
          <p15:clr>
            <a:srgbClr val="A4A3A4"/>
          </p15:clr>
        </p15:guide>
        <p15:guide id="3" pos="50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323E14-1D10-3895-9554-EA00435820A2}" name="Sebastian Seier" initials="SS" userId="S::Sebastian.Seier@bet-energie.de::b171e9cf-b58a-46cf-8d17-4ff9ad39844f" providerId="AD"/>
  <p188:author id="{F5E7691B-BD46-95E2-8E8D-5DCB2DE733CC}" name="Heico Dörrig" initials="HD" userId="S::Heico.Doerrig@bet-consulting.de::f4a977a2-bbdc-435b-9321-68cd45b9da16" providerId="AD"/>
  <p188:author id="{6FDEAA30-1CEA-EB46-C1A9-6AF07E07C7D4}" name="Jacob Appelbaum" initials="JA" userId="S::Jacob.Appelbaum@bet-energie.de::d2602899-9891-4196-bc0f-798acba5b7d3" providerId="AD"/>
  <p188:author id="{E067FC36-059A-4AA7-114A-B8B24CDB0300}" name="Heico Dörrig" initials="" userId="S::heico.doerrig@bet-energie.de::f4a977a2-bbdc-435b-9321-68cd45b9da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988" autoAdjust="0"/>
  </p:normalViewPr>
  <p:slideViewPr>
    <p:cSldViewPr showGuides="1">
      <p:cViewPr varScale="1">
        <p:scale>
          <a:sx n="90" d="100"/>
          <a:sy n="90" d="100"/>
        </p:scale>
        <p:origin x="1308" y="90"/>
      </p:cViewPr>
      <p:guideLst>
        <p:guide orient="horz" pos="1979"/>
        <p:guide pos="508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06" d="100"/>
          <a:sy n="106" d="100"/>
        </p:scale>
        <p:origin x="396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lan Iskakov" userId="d7cff67d-e1c5-40c7-a81a-4fc429e575f4" providerId="ADAL" clId="{CF2E41EB-9330-433F-8530-1878F67F8E41}"/>
    <pc:docChg chg="undo redo custSel delSld modSld sldOrd modMainMaster">
      <pc:chgData name="Ruslan Iskakov" userId="d7cff67d-e1c5-40c7-a81a-4fc429e575f4" providerId="ADAL" clId="{CF2E41EB-9330-433F-8530-1878F67F8E41}" dt="2026-03-20T12:58:27.401" v="31" actId="478"/>
      <pc:docMkLst>
        <pc:docMk/>
      </pc:docMkLst>
      <pc:sldChg chg="addSp delSp mod">
        <pc:chgData name="Ruslan Iskakov" userId="d7cff67d-e1c5-40c7-a81a-4fc429e575f4" providerId="ADAL" clId="{CF2E41EB-9330-433F-8530-1878F67F8E41}" dt="2026-03-20T12:58:06.972" v="20" actId="478"/>
        <pc:sldMkLst>
          <pc:docMk/>
          <pc:sldMk cId="1923131314" sldId="256"/>
        </pc:sldMkLst>
        <pc:spChg chg="add del">
          <ac:chgData name="Ruslan Iskakov" userId="d7cff67d-e1c5-40c7-a81a-4fc429e575f4" providerId="ADAL" clId="{CF2E41EB-9330-433F-8530-1878F67F8E41}" dt="2026-03-20T12:58:06.972" v="20" actId="478"/>
          <ac:spMkLst>
            <pc:docMk/>
            <pc:sldMk cId="1923131314" sldId="256"/>
            <ac:spMk id="6" creationId="{AB8199A1-022B-B6AB-06D5-A9FFF846304C}"/>
          </ac:spMkLst>
        </pc:spChg>
      </pc:sldChg>
      <pc:sldChg chg="delSp mod">
        <pc:chgData name="Ruslan Iskakov" userId="d7cff67d-e1c5-40c7-a81a-4fc429e575f4" providerId="ADAL" clId="{CF2E41EB-9330-433F-8530-1878F67F8E41}" dt="2026-03-20T12:58:08.567" v="21" actId="478"/>
        <pc:sldMkLst>
          <pc:docMk/>
          <pc:sldMk cId="2634657522" sldId="257"/>
        </pc:sldMkLst>
        <pc:spChg chg="del">
          <ac:chgData name="Ruslan Iskakov" userId="d7cff67d-e1c5-40c7-a81a-4fc429e575f4" providerId="ADAL" clId="{CF2E41EB-9330-433F-8530-1878F67F8E41}" dt="2026-03-20T12:58:08.567" v="21" actId="478"/>
          <ac:spMkLst>
            <pc:docMk/>
            <pc:sldMk cId="2634657522" sldId="257"/>
            <ac:spMk id="2" creationId="{5BAACC84-F96A-C9DA-1D84-34246A95F540}"/>
          </ac:spMkLst>
        </pc:spChg>
      </pc:sldChg>
      <pc:sldChg chg="delSp mod">
        <pc:chgData name="Ruslan Iskakov" userId="d7cff67d-e1c5-40c7-a81a-4fc429e575f4" providerId="ADAL" clId="{CF2E41EB-9330-433F-8530-1878F67F8E41}" dt="2026-03-20T12:58:10.006" v="22" actId="478"/>
        <pc:sldMkLst>
          <pc:docMk/>
          <pc:sldMk cId="2563866351" sldId="258"/>
        </pc:sldMkLst>
        <pc:spChg chg="del">
          <ac:chgData name="Ruslan Iskakov" userId="d7cff67d-e1c5-40c7-a81a-4fc429e575f4" providerId="ADAL" clId="{CF2E41EB-9330-433F-8530-1878F67F8E41}" dt="2026-03-20T12:58:10.006" v="22" actId="478"/>
          <ac:spMkLst>
            <pc:docMk/>
            <pc:sldMk cId="2563866351" sldId="258"/>
            <ac:spMk id="7" creationId="{0139C50C-BAEB-4E59-E824-2A0277E067A3}"/>
          </ac:spMkLst>
        </pc:spChg>
      </pc:sldChg>
      <pc:sldChg chg="delSp mod">
        <pc:chgData name="Ruslan Iskakov" userId="d7cff67d-e1c5-40c7-a81a-4fc429e575f4" providerId="ADAL" clId="{CF2E41EB-9330-433F-8530-1878F67F8E41}" dt="2026-03-20T12:58:12.324" v="23" actId="478"/>
        <pc:sldMkLst>
          <pc:docMk/>
          <pc:sldMk cId="290058007" sldId="259"/>
        </pc:sldMkLst>
        <pc:spChg chg="del">
          <ac:chgData name="Ruslan Iskakov" userId="d7cff67d-e1c5-40c7-a81a-4fc429e575f4" providerId="ADAL" clId="{CF2E41EB-9330-433F-8530-1878F67F8E41}" dt="2026-03-20T12:58:12.324" v="23" actId="478"/>
          <ac:spMkLst>
            <pc:docMk/>
            <pc:sldMk cId="290058007" sldId="259"/>
            <ac:spMk id="8" creationId="{7E0E44D0-E004-FA73-99BC-A144CC6C1FD2}"/>
          </ac:spMkLst>
        </pc:spChg>
      </pc:sldChg>
      <pc:sldChg chg="delSp mod ord">
        <pc:chgData name="Ruslan Iskakov" userId="d7cff67d-e1c5-40c7-a81a-4fc429e575f4" providerId="ADAL" clId="{CF2E41EB-9330-433F-8530-1878F67F8E41}" dt="2026-03-20T12:58:18.573" v="26" actId="478"/>
        <pc:sldMkLst>
          <pc:docMk/>
          <pc:sldMk cId="3055693487" sldId="260"/>
        </pc:sldMkLst>
        <pc:spChg chg="del">
          <ac:chgData name="Ruslan Iskakov" userId="d7cff67d-e1c5-40c7-a81a-4fc429e575f4" providerId="ADAL" clId="{CF2E41EB-9330-433F-8530-1878F67F8E41}" dt="2026-03-20T12:58:18.573" v="26" actId="478"/>
          <ac:spMkLst>
            <pc:docMk/>
            <pc:sldMk cId="3055693487" sldId="260"/>
            <ac:spMk id="15" creationId="{6D3A67E7-B049-452F-9780-42F3C82E1040}"/>
          </ac:spMkLst>
        </pc:spChg>
      </pc:sldChg>
      <pc:sldChg chg="delSp mod ord">
        <pc:chgData name="Ruslan Iskakov" userId="d7cff67d-e1c5-40c7-a81a-4fc429e575f4" providerId="ADAL" clId="{CF2E41EB-9330-433F-8530-1878F67F8E41}" dt="2026-03-20T12:58:14.679" v="24" actId="478"/>
        <pc:sldMkLst>
          <pc:docMk/>
          <pc:sldMk cId="3613653827" sldId="261"/>
        </pc:sldMkLst>
        <pc:spChg chg="del">
          <ac:chgData name="Ruslan Iskakov" userId="d7cff67d-e1c5-40c7-a81a-4fc429e575f4" providerId="ADAL" clId="{CF2E41EB-9330-433F-8530-1878F67F8E41}" dt="2026-03-20T12:58:14.679" v="24" actId="478"/>
          <ac:spMkLst>
            <pc:docMk/>
            <pc:sldMk cId="3613653827" sldId="261"/>
            <ac:spMk id="8" creationId="{34F44F73-E705-005C-D3D1-A75AC443DF0C}"/>
          </ac:spMkLst>
        </pc:spChg>
      </pc:sldChg>
      <pc:sldChg chg="del">
        <pc:chgData name="Ruslan Iskakov" userId="d7cff67d-e1c5-40c7-a81a-4fc429e575f4" providerId="ADAL" clId="{CF2E41EB-9330-433F-8530-1878F67F8E41}" dt="2026-03-20T12:50:32.213" v="4" actId="47"/>
        <pc:sldMkLst>
          <pc:docMk/>
          <pc:sldMk cId="2932661659" sldId="262"/>
        </pc:sldMkLst>
      </pc:sldChg>
      <pc:sldChg chg="delSp mod">
        <pc:chgData name="Ruslan Iskakov" userId="d7cff67d-e1c5-40c7-a81a-4fc429e575f4" providerId="ADAL" clId="{CF2E41EB-9330-433F-8530-1878F67F8E41}" dt="2026-03-20T12:58:16.757" v="25" actId="478"/>
        <pc:sldMkLst>
          <pc:docMk/>
          <pc:sldMk cId="137759740" sldId="263"/>
        </pc:sldMkLst>
        <pc:spChg chg="del">
          <ac:chgData name="Ruslan Iskakov" userId="d7cff67d-e1c5-40c7-a81a-4fc429e575f4" providerId="ADAL" clId="{CF2E41EB-9330-433F-8530-1878F67F8E41}" dt="2026-03-20T12:58:16.757" v="25" actId="478"/>
          <ac:spMkLst>
            <pc:docMk/>
            <pc:sldMk cId="137759740" sldId="263"/>
            <ac:spMk id="8" creationId="{B3C4CA81-9408-C40D-692A-96B0ECD66943}"/>
          </ac:spMkLst>
        </pc:spChg>
      </pc:sldChg>
      <pc:sldChg chg="delSp mod">
        <pc:chgData name="Ruslan Iskakov" userId="d7cff67d-e1c5-40c7-a81a-4fc429e575f4" providerId="ADAL" clId="{CF2E41EB-9330-433F-8530-1878F67F8E41}" dt="2026-03-20T12:58:20.882" v="27" actId="478"/>
        <pc:sldMkLst>
          <pc:docMk/>
          <pc:sldMk cId="3338444151" sldId="264"/>
        </pc:sldMkLst>
        <pc:spChg chg="del">
          <ac:chgData name="Ruslan Iskakov" userId="d7cff67d-e1c5-40c7-a81a-4fc429e575f4" providerId="ADAL" clId="{CF2E41EB-9330-433F-8530-1878F67F8E41}" dt="2026-03-20T12:58:20.882" v="27" actId="478"/>
          <ac:spMkLst>
            <pc:docMk/>
            <pc:sldMk cId="3338444151" sldId="264"/>
            <ac:spMk id="7" creationId="{AA3FD320-B250-B0A4-49B8-53761985CF30}"/>
          </ac:spMkLst>
        </pc:spChg>
      </pc:sldChg>
      <pc:sldChg chg="del">
        <pc:chgData name="Ruslan Iskakov" userId="d7cff67d-e1c5-40c7-a81a-4fc429e575f4" providerId="ADAL" clId="{CF2E41EB-9330-433F-8530-1878F67F8E41}" dt="2026-03-20T12:50:45.570" v="7" actId="47"/>
        <pc:sldMkLst>
          <pc:docMk/>
          <pc:sldMk cId="2476363525" sldId="265"/>
        </pc:sldMkLst>
      </pc:sldChg>
      <pc:sldChg chg="delSp mod">
        <pc:chgData name="Ruslan Iskakov" userId="d7cff67d-e1c5-40c7-a81a-4fc429e575f4" providerId="ADAL" clId="{CF2E41EB-9330-433F-8530-1878F67F8E41}" dt="2026-03-20T12:58:23.250" v="28" actId="478"/>
        <pc:sldMkLst>
          <pc:docMk/>
          <pc:sldMk cId="3657548336" sldId="266"/>
        </pc:sldMkLst>
        <pc:spChg chg="del">
          <ac:chgData name="Ruslan Iskakov" userId="d7cff67d-e1c5-40c7-a81a-4fc429e575f4" providerId="ADAL" clId="{CF2E41EB-9330-433F-8530-1878F67F8E41}" dt="2026-03-20T12:58:23.250" v="28" actId="478"/>
          <ac:spMkLst>
            <pc:docMk/>
            <pc:sldMk cId="3657548336" sldId="266"/>
            <ac:spMk id="3" creationId="{156ECF82-C4A4-E978-BBE6-D08CF1D7268E}"/>
          </ac:spMkLst>
        </pc:spChg>
      </pc:sldChg>
      <pc:sldChg chg="delSp modSp mod">
        <pc:chgData name="Ruslan Iskakov" userId="d7cff67d-e1c5-40c7-a81a-4fc429e575f4" providerId="ADAL" clId="{CF2E41EB-9330-433F-8530-1878F67F8E41}" dt="2026-03-20T12:58:27.401" v="31" actId="478"/>
        <pc:sldMkLst>
          <pc:docMk/>
          <pc:sldMk cId="1375372034" sldId="267"/>
        </pc:sldMkLst>
        <pc:spChg chg="del mod">
          <ac:chgData name="Ruslan Iskakov" userId="d7cff67d-e1c5-40c7-a81a-4fc429e575f4" providerId="ADAL" clId="{CF2E41EB-9330-433F-8530-1878F67F8E41}" dt="2026-03-20T12:58:27.401" v="31" actId="478"/>
          <ac:spMkLst>
            <pc:docMk/>
            <pc:sldMk cId="1375372034" sldId="267"/>
            <ac:spMk id="2" creationId="{2ECF763A-78EF-5F09-BCA8-AC8664B6BD8D}"/>
          </ac:spMkLst>
        </pc:spChg>
        <pc:spChg chg="del">
          <ac:chgData name="Ruslan Iskakov" userId="d7cff67d-e1c5-40c7-a81a-4fc429e575f4" providerId="ADAL" clId="{CF2E41EB-9330-433F-8530-1878F67F8E41}" dt="2026-03-20T12:58:25.613" v="29" actId="478"/>
          <ac:spMkLst>
            <pc:docMk/>
            <pc:sldMk cId="1375372034" sldId="267"/>
            <ac:spMk id="3" creationId="{38F481FD-532B-8311-CDD3-077017740E17}"/>
          </ac:spMkLst>
        </pc:spChg>
      </pc:sldChg>
      <pc:sldChg chg="del">
        <pc:chgData name="Ruslan Iskakov" userId="d7cff67d-e1c5-40c7-a81a-4fc429e575f4" providerId="ADAL" clId="{CF2E41EB-9330-433F-8530-1878F67F8E41}" dt="2026-03-20T12:44:22.572" v="0" actId="47"/>
        <pc:sldMkLst>
          <pc:docMk/>
          <pc:sldMk cId="217006913" sldId="268"/>
        </pc:sldMkLst>
      </pc:sldChg>
      <pc:sldChg chg="del">
        <pc:chgData name="Ruslan Iskakov" userId="d7cff67d-e1c5-40c7-a81a-4fc429e575f4" providerId="ADAL" clId="{CF2E41EB-9330-433F-8530-1878F67F8E41}" dt="2026-03-20T12:44:23.037" v="1" actId="47"/>
        <pc:sldMkLst>
          <pc:docMk/>
          <pc:sldMk cId="3961899205" sldId="269"/>
        </pc:sldMkLst>
      </pc:sldChg>
      <pc:sldMasterChg chg="modSldLayout sldLayoutOrd">
        <pc:chgData name="Ruslan Iskakov" userId="d7cff67d-e1c5-40c7-a81a-4fc429e575f4" providerId="ADAL" clId="{CF2E41EB-9330-433F-8530-1878F67F8E41}" dt="2026-03-20T12:57:42.160" v="19" actId="478"/>
        <pc:sldMasterMkLst>
          <pc:docMk/>
          <pc:sldMasterMk cId="674275711" sldId="2147483660"/>
        </pc:sldMasterMkLst>
        <pc:sldLayoutChg chg="ord">
          <pc:chgData name="Ruslan Iskakov" userId="d7cff67d-e1c5-40c7-a81a-4fc429e575f4" providerId="ADAL" clId="{CF2E41EB-9330-433F-8530-1878F67F8E41}" dt="2026-03-20T12:53:44.818" v="10" actId="20578"/>
          <pc:sldLayoutMkLst>
            <pc:docMk/>
            <pc:sldMasterMk cId="674275711" sldId="2147483660"/>
            <pc:sldLayoutMk cId="3454387356" sldId="2147483872"/>
          </pc:sldLayoutMkLst>
        </pc:sldLayoutChg>
        <pc:sldLayoutChg chg="addSp delSp modSp mod">
          <pc:chgData name="Ruslan Iskakov" userId="d7cff67d-e1c5-40c7-a81a-4fc429e575f4" providerId="ADAL" clId="{CF2E41EB-9330-433F-8530-1878F67F8E41}" dt="2026-03-20T12:57:42.160" v="19" actId="478"/>
          <pc:sldLayoutMkLst>
            <pc:docMk/>
            <pc:sldMasterMk cId="674275711" sldId="2147483660"/>
            <pc:sldLayoutMk cId="2057496080" sldId="2147483879"/>
          </pc:sldLayoutMkLst>
          <pc:spChg chg="add del mod">
            <ac:chgData name="Ruslan Iskakov" userId="d7cff67d-e1c5-40c7-a81a-4fc429e575f4" providerId="ADAL" clId="{CF2E41EB-9330-433F-8530-1878F67F8E41}" dt="2026-03-20T12:57:42.160" v="19" actId="478"/>
            <ac:spMkLst>
              <pc:docMk/>
              <pc:sldMasterMk cId="674275711" sldId="2147483660"/>
              <pc:sldLayoutMk cId="2057496080" sldId="2147483879"/>
              <ac:spMk id="3" creationId="{23B3BFB8-C673-D775-8081-7B0CDBA035E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AE50AC2-A359-F8AA-7F3B-D5EB3B4AE1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4010D0-D510-3A93-9848-4AE31FB383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6A0AB-0577-4154-8409-89C67B47B52B}" type="datetimeFigureOut">
              <a:rPr lang="de-DE" smtClean="0"/>
              <a:t>20.03.2026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5DFAD8-4A7B-493A-EC42-9554025D62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254EE4-0D8B-A773-14DE-27AFC4BDF8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05D51-FA99-4CDF-BC3B-35E6BDD237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14047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88AE3251-7A2D-4A7D-B5CD-46BF0191D2BD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ptos" panose="020B0004020202020204" pitchFamily="34" charset="0"/>
              </a:defRPr>
            </a:lvl1pPr>
          </a:lstStyle>
          <a:p>
            <a:fld id="{934BD353-03B0-4AC0-87B0-70FEA220FE18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5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A6B7291-4D66-2B18-A85E-FB3BE63EB70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41853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A6B7291-4D66-2B18-A85E-FB3BE63EB7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1EFA591A-F482-A72B-8249-D7F3C50B7C3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-6674"/>
            <a:ext cx="12192001" cy="6864674"/>
          </a:xfrm>
          <a:custGeom>
            <a:avLst/>
            <a:gdLst>
              <a:gd name="connsiteX0" fmla="*/ 0 w 12192000"/>
              <a:gd name="connsiteY0" fmla="*/ 0 h 6858000"/>
              <a:gd name="connsiteX1" fmla="*/ 3348829 w 12192000"/>
              <a:gd name="connsiteY1" fmla="*/ 0 h 6858000"/>
              <a:gd name="connsiteX2" fmla="*/ 12192000 w 12192000"/>
              <a:gd name="connsiteY2" fmla="*/ 1308285 h 6858000"/>
              <a:gd name="connsiteX3" fmla="*/ 2741093 w 12192000"/>
              <a:gd name="connsiteY3" fmla="*/ 6858000 h 6858000"/>
              <a:gd name="connsiteX4" fmla="*/ 0 w 12192000"/>
              <a:gd name="connsiteY4" fmla="*/ 6858000 h 6858000"/>
              <a:gd name="connsiteX0" fmla="*/ 0 w 12185326"/>
              <a:gd name="connsiteY0" fmla="*/ 0 h 6858000"/>
              <a:gd name="connsiteX1" fmla="*/ 3348829 w 12185326"/>
              <a:gd name="connsiteY1" fmla="*/ 0 h 6858000"/>
              <a:gd name="connsiteX2" fmla="*/ 12185326 w 12185326"/>
              <a:gd name="connsiteY2" fmla="*/ 1334983 h 6858000"/>
              <a:gd name="connsiteX3" fmla="*/ 2741093 w 12185326"/>
              <a:gd name="connsiteY3" fmla="*/ 6858000 h 6858000"/>
              <a:gd name="connsiteX4" fmla="*/ 0 w 12185326"/>
              <a:gd name="connsiteY4" fmla="*/ 6858000 h 6858000"/>
              <a:gd name="connsiteX5" fmla="*/ 0 w 12185326"/>
              <a:gd name="connsiteY5" fmla="*/ 0 h 6858000"/>
              <a:gd name="connsiteX0" fmla="*/ 0 w 12185326"/>
              <a:gd name="connsiteY0" fmla="*/ 0 h 6858000"/>
              <a:gd name="connsiteX1" fmla="*/ 3348829 w 12185326"/>
              <a:gd name="connsiteY1" fmla="*/ 0 h 6858000"/>
              <a:gd name="connsiteX2" fmla="*/ 12185326 w 12185326"/>
              <a:gd name="connsiteY2" fmla="*/ 1334983 h 6858000"/>
              <a:gd name="connsiteX3" fmla="*/ 0 w 12185326"/>
              <a:gd name="connsiteY3" fmla="*/ 6858000 h 6858000"/>
              <a:gd name="connsiteX4" fmla="*/ 0 w 12185326"/>
              <a:gd name="connsiteY4" fmla="*/ 0 h 6858000"/>
              <a:gd name="connsiteX0" fmla="*/ 0 w 12165303"/>
              <a:gd name="connsiteY0" fmla="*/ 0 h 6858000"/>
              <a:gd name="connsiteX1" fmla="*/ 3348829 w 12165303"/>
              <a:gd name="connsiteY1" fmla="*/ 0 h 6858000"/>
              <a:gd name="connsiteX2" fmla="*/ 12165303 w 12165303"/>
              <a:gd name="connsiteY2" fmla="*/ 2002429 h 6858000"/>
              <a:gd name="connsiteX3" fmla="*/ 0 w 12165303"/>
              <a:gd name="connsiteY3" fmla="*/ 6858000 h 6858000"/>
              <a:gd name="connsiteX4" fmla="*/ 0 w 12165303"/>
              <a:gd name="connsiteY4" fmla="*/ 0 h 6858000"/>
              <a:gd name="connsiteX0" fmla="*/ 0 w 12165303"/>
              <a:gd name="connsiteY0" fmla="*/ 6674 h 6864674"/>
              <a:gd name="connsiteX1" fmla="*/ 6105378 w 12165303"/>
              <a:gd name="connsiteY1" fmla="*/ 0 h 6864674"/>
              <a:gd name="connsiteX2" fmla="*/ 12165303 w 12165303"/>
              <a:gd name="connsiteY2" fmla="*/ 2009103 h 6864674"/>
              <a:gd name="connsiteX3" fmla="*/ 0 w 12165303"/>
              <a:gd name="connsiteY3" fmla="*/ 6864674 h 6864674"/>
              <a:gd name="connsiteX4" fmla="*/ 0 w 12165303"/>
              <a:gd name="connsiteY4" fmla="*/ 6674 h 6864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65303" h="6864674">
                <a:moveTo>
                  <a:pt x="0" y="6674"/>
                </a:moveTo>
                <a:lnTo>
                  <a:pt x="6105378" y="0"/>
                </a:lnTo>
                <a:lnTo>
                  <a:pt x="12165303" y="2009103"/>
                </a:lnTo>
                <a:lnTo>
                  <a:pt x="0" y="6864674"/>
                </a:lnTo>
                <a:lnTo>
                  <a:pt x="0" y="66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de-DE" dirty="0"/>
              <a:t>Nur  Bild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35BEF48B-0013-DA95-5EED-85FF5F6230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1341438"/>
            <a:ext cx="7380200" cy="1547502"/>
          </a:xfrm>
          <a:prstGeom prst="rect">
            <a:avLst/>
          </a:prstGeom>
        </p:spPr>
        <p:txBody>
          <a:bodyPr vert="horz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r>
              <a:rPr lang="de-DE" dirty="0"/>
              <a:t>zweizeilig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ADBB5D14-5E64-031C-2A67-5F9BBA089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5263" y="6026840"/>
            <a:ext cx="3498750" cy="210448"/>
          </a:xfrm>
        </p:spPr>
        <p:txBody>
          <a:bodyPr/>
          <a:lstStyle>
            <a:lvl1pPr marL="0" indent="0" algn="r">
              <a:buNone/>
              <a:defRPr sz="1600" b="1"/>
            </a:lvl1pPr>
            <a:lvl2pPr marL="180000" indent="0">
              <a:buNone/>
              <a:defRPr/>
            </a:lvl2pPr>
          </a:lstStyle>
          <a:p>
            <a:pPr lvl="0"/>
            <a:r>
              <a:rPr lang="de-DE" dirty="0"/>
              <a:t>Ort, Datum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A515C10-6A27-D5A2-0855-CAF005DB4C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3679045"/>
            <a:ext cx="7380199" cy="1116013"/>
          </a:xfrm>
        </p:spPr>
        <p:txBody>
          <a:bodyPr/>
          <a:lstStyle>
            <a:lvl1pPr marL="0" indent="0">
              <a:buNone/>
              <a:defRPr sz="2800"/>
            </a:lvl1pPr>
            <a:lvl2pPr marL="180000" indent="0">
              <a:buNone/>
              <a:defRPr sz="2800"/>
            </a:lvl2pPr>
            <a:lvl3pPr marL="360000" indent="0">
              <a:buFont typeface="Arial" panose="020B0604020202020204" pitchFamily="34" charset="0"/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343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 n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106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331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1200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436" y="6528943"/>
            <a:ext cx="5328000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platzhalter 36">
            <a:extLst>
              <a:ext uri="{FF2B5EF4-FFF2-40B4-BE49-F238E27FC236}">
                <a16:creationId xmlns:a16="http://schemas.microsoft.com/office/drawing/2014/main" id="{83BE1856-9FB3-105B-5C23-D7D4B22B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41325"/>
            <a:ext cx="9648453" cy="900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07987" y="6419115"/>
            <a:ext cx="11376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8408F216-2951-9559-77BE-BAA4DA6E9C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1665288"/>
            <a:ext cx="11376026" cy="4572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D83DD83-67A7-FBEF-D6EA-E6149DDD55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28943"/>
            <a:ext cx="5616000" cy="144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252172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Text +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3877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436" y="6528943"/>
            <a:ext cx="5328000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platzhalter 36">
            <a:extLst>
              <a:ext uri="{FF2B5EF4-FFF2-40B4-BE49-F238E27FC236}">
                <a16:creationId xmlns:a16="http://schemas.microsoft.com/office/drawing/2014/main" id="{83BE1856-9FB3-105B-5C23-D7D4B22B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41325"/>
            <a:ext cx="9072563" cy="900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07987" y="6419115"/>
            <a:ext cx="11376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96CBF3-3F9B-D13F-11D4-772B71FFE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32288" y="1665288"/>
            <a:ext cx="7451724" cy="4572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A25FEE6-4976-3869-0000-A55A0729BE6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65288"/>
            <a:ext cx="4008438" cy="4571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5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CF803F53-0E67-0846-1322-95560883C8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28943"/>
            <a:ext cx="5616000" cy="144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3535642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Text +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2822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436" y="6528943"/>
            <a:ext cx="5328000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platzhalter 36">
            <a:extLst>
              <a:ext uri="{FF2B5EF4-FFF2-40B4-BE49-F238E27FC236}">
                <a16:creationId xmlns:a16="http://schemas.microsoft.com/office/drawing/2014/main" id="{83BE1856-9FB3-105B-5C23-D7D4B22B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41325"/>
            <a:ext cx="9072563" cy="900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07987" y="6419115"/>
            <a:ext cx="11376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96CBF3-3F9B-D13F-11D4-772B71FFE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8028" y="1665288"/>
            <a:ext cx="5435984" cy="4572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A25FEE6-4976-3869-0000-A55A0729BE6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65288"/>
            <a:ext cx="6096000" cy="4571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5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08BB8C87-6A93-C657-FD8C-232C80ADAE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28943"/>
            <a:ext cx="5616000" cy="144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4083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Text + 2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2822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436" y="6528943"/>
            <a:ext cx="5328000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platzhalter 36">
            <a:extLst>
              <a:ext uri="{FF2B5EF4-FFF2-40B4-BE49-F238E27FC236}">
                <a16:creationId xmlns:a16="http://schemas.microsoft.com/office/drawing/2014/main" id="{83BE1856-9FB3-105B-5C23-D7D4B22B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41325"/>
            <a:ext cx="9072563" cy="900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07987" y="6419115"/>
            <a:ext cx="11376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96CBF3-3F9B-D13F-11D4-772B71FFE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8253" y="1665288"/>
            <a:ext cx="3633869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A25FEE6-4976-3869-0000-A55A0729BE6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65288"/>
            <a:ext cx="7896225" cy="4571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5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29488F30-E589-CDB1-2BBA-C795421597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28943"/>
            <a:ext cx="5616000" cy="144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3331383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7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4 Kacheln +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729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16B7390-B70E-7F3D-0061-9081BE81605A}"/>
              </a:ext>
            </a:extLst>
          </p:cNvPr>
          <p:cNvCxnSpPr>
            <a:cxnSpLocks/>
          </p:cNvCxnSpPr>
          <p:nvPr userDrawn="1"/>
        </p:nvCxnSpPr>
        <p:spPr>
          <a:xfrm>
            <a:off x="4331838" y="1988840"/>
            <a:ext cx="36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F21E8AB-F91F-BE8D-60FD-EDBB46312B4F}"/>
              </a:ext>
            </a:extLst>
          </p:cNvPr>
          <p:cNvCxnSpPr>
            <a:cxnSpLocks/>
          </p:cNvCxnSpPr>
          <p:nvPr userDrawn="1"/>
        </p:nvCxnSpPr>
        <p:spPr>
          <a:xfrm>
            <a:off x="8184013" y="1988840"/>
            <a:ext cx="36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436" y="6528943"/>
            <a:ext cx="5328000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platzhalter 36">
            <a:extLst>
              <a:ext uri="{FF2B5EF4-FFF2-40B4-BE49-F238E27FC236}">
                <a16:creationId xmlns:a16="http://schemas.microsoft.com/office/drawing/2014/main" id="{83BE1856-9FB3-105B-5C23-D7D4B22B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41325"/>
            <a:ext cx="9072563" cy="900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07987" y="6419115"/>
            <a:ext cx="11376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A25FEE6-4976-3869-0000-A55A0729BE6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65288"/>
            <a:ext cx="4008438" cy="4571999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500"/>
            </a:lvl1pPr>
          </a:lstStyle>
          <a:p>
            <a:r>
              <a:rPr lang="de-DE" dirty="0"/>
              <a:t>Bild einfügen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D6FA6CB-2A67-E776-B3F0-175C5CCE053E}"/>
              </a:ext>
            </a:extLst>
          </p:cNvPr>
          <p:cNvCxnSpPr>
            <a:cxnSpLocks/>
          </p:cNvCxnSpPr>
          <p:nvPr userDrawn="1"/>
        </p:nvCxnSpPr>
        <p:spPr>
          <a:xfrm>
            <a:off x="4331838" y="4258891"/>
            <a:ext cx="36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D25D55E1-AF74-766E-C3F4-33EE53D1E5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31838" y="2124168"/>
            <a:ext cx="3599550" cy="1620000"/>
          </a:xfrm>
        </p:spPr>
        <p:txBody>
          <a:bodyPr/>
          <a:lstStyle>
            <a:lvl1pPr>
              <a:defRPr sz="1600" b="0"/>
            </a:lvl1pPr>
            <a:lvl2pPr>
              <a:defRPr sz="1600" b="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E126CD52-5C41-AFE3-47F8-9DFA7ED6DC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31838" y="1664992"/>
            <a:ext cx="3599550" cy="292922"/>
          </a:xfrm>
        </p:spPr>
        <p:txBody>
          <a:bodyPr/>
          <a:lstStyle>
            <a:lvl1pPr marL="0" indent="0">
              <a:buNone/>
              <a:defRPr sz="1800" b="1"/>
            </a:lvl1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 dirty="0"/>
              <a:t>Überschrift H2, 18 </a:t>
            </a:r>
            <a:r>
              <a:rPr lang="de-DE" dirty="0" err="1"/>
              <a:t>pt</a:t>
            </a:r>
            <a:r>
              <a:rPr lang="de-DE" dirty="0"/>
              <a:t>,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C07FBC30-7A50-F757-EC8E-8EA26141C7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31838" y="4392232"/>
            <a:ext cx="3599550" cy="1620000"/>
          </a:xfrm>
        </p:spPr>
        <p:txBody>
          <a:bodyPr/>
          <a:lstStyle>
            <a:lvl1pPr>
              <a:defRPr sz="1600" b="0"/>
            </a:lvl1pPr>
            <a:lvl2pPr>
              <a:defRPr sz="1600" b="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E35CC825-63E5-6289-DF84-E1AA60C184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1838" y="3933056"/>
            <a:ext cx="3599550" cy="292922"/>
          </a:xfrm>
        </p:spPr>
        <p:txBody>
          <a:bodyPr/>
          <a:lstStyle>
            <a:lvl1pPr marL="0" indent="0">
              <a:buNone/>
              <a:defRPr sz="1800" b="1"/>
            </a:lvl1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 dirty="0"/>
              <a:t>Überschrift H2, 18 </a:t>
            </a:r>
            <a:r>
              <a:rPr lang="de-DE" dirty="0" err="1"/>
              <a:t>pt</a:t>
            </a:r>
            <a:r>
              <a:rPr lang="de-DE" dirty="0"/>
              <a:t>,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360EB04-2EF2-3FA4-BFA9-F0831DA7A232}"/>
              </a:ext>
            </a:extLst>
          </p:cNvPr>
          <p:cNvCxnSpPr>
            <a:cxnSpLocks/>
          </p:cNvCxnSpPr>
          <p:nvPr userDrawn="1"/>
        </p:nvCxnSpPr>
        <p:spPr>
          <a:xfrm>
            <a:off x="8184013" y="4258891"/>
            <a:ext cx="36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E95431E8-777C-15A2-7009-C78F873A2B8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84013" y="2124168"/>
            <a:ext cx="3599550" cy="1620000"/>
          </a:xfrm>
        </p:spPr>
        <p:txBody>
          <a:bodyPr/>
          <a:lstStyle>
            <a:lvl1pPr>
              <a:defRPr sz="1600" b="0"/>
            </a:lvl1pPr>
            <a:lvl2pPr>
              <a:defRPr sz="1600" b="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358F4880-9547-3E2C-6135-FAE2B30A0F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84013" y="1664992"/>
            <a:ext cx="3599550" cy="292922"/>
          </a:xfrm>
        </p:spPr>
        <p:txBody>
          <a:bodyPr/>
          <a:lstStyle>
            <a:lvl1pPr marL="0" indent="0">
              <a:buNone/>
              <a:defRPr sz="1800" b="1"/>
            </a:lvl1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 dirty="0"/>
              <a:t>Überschrift H2, 18 </a:t>
            </a:r>
            <a:r>
              <a:rPr lang="de-DE" dirty="0" err="1"/>
              <a:t>pt</a:t>
            </a:r>
            <a:r>
              <a:rPr lang="de-DE" dirty="0"/>
              <a:t>,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012F87BD-0F7B-4ABC-1F31-19D09F65322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84013" y="4392232"/>
            <a:ext cx="3599550" cy="1620000"/>
          </a:xfrm>
        </p:spPr>
        <p:txBody>
          <a:bodyPr/>
          <a:lstStyle>
            <a:lvl1pPr>
              <a:defRPr sz="1600" b="0"/>
            </a:lvl1pPr>
            <a:lvl2pPr>
              <a:defRPr sz="1600" b="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4CBCE9A9-EB59-7E1C-BF1E-9B0125ABE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84013" y="3933056"/>
            <a:ext cx="3599550" cy="292922"/>
          </a:xfrm>
        </p:spPr>
        <p:txBody>
          <a:bodyPr/>
          <a:lstStyle>
            <a:lvl1pPr marL="0" indent="0">
              <a:buNone/>
              <a:defRPr sz="1800" b="1"/>
            </a:lvl1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 dirty="0"/>
              <a:t>Überschrift H2, 18 </a:t>
            </a:r>
            <a:r>
              <a:rPr lang="de-DE" dirty="0" err="1"/>
              <a:t>pt</a:t>
            </a:r>
            <a:r>
              <a:rPr lang="de-DE" dirty="0"/>
              <a:t>,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A9096C-620A-95C6-0A98-B06BE8EF72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6528943"/>
            <a:ext cx="5616000" cy="1440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de-DE" dirty="0"/>
              <a:t>Quelle</a:t>
            </a:r>
          </a:p>
        </p:txBody>
      </p:sp>
    </p:spTree>
    <p:extLst>
      <p:ext uri="{BB962C8B-B14F-4D97-AF65-F5344CB8AC3E}">
        <p14:creationId xmlns:p14="http://schemas.microsoft.com/office/powerpoint/2010/main" val="3454387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2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rgebnis + Fuß + Text +  1/3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8710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6DD44-D819-77F0-F034-11D5262AC0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0462" y="6528943"/>
            <a:ext cx="5254974" cy="144000"/>
          </a:xfrm>
          <a:prstGeom prst="rect">
            <a:avLst/>
          </a:prstGeom>
        </p:spPr>
        <p:txBody>
          <a:bodyPr anchor="t" anchorCtr="0"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2B9CDF-BBAA-8C50-0BB9-138B73FC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66122" y="6528943"/>
            <a:ext cx="216000" cy="144000"/>
          </a:xfrm>
        </p:spPr>
        <p:txBody>
          <a:bodyPr anchor="t" anchorCtr="0"/>
          <a:lstStyle/>
          <a:p>
            <a:fld id="{F3AEDBE9-C905-4CB1-A57C-EDC660A93F5B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B5036E8-60AF-7A40-A5FA-5E8C3EDE2CCA}"/>
              </a:ext>
            </a:extLst>
          </p:cNvPr>
          <p:cNvCxnSpPr>
            <a:cxnSpLocks/>
          </p:cNvCxnSpPr>
          <p:nvPr userDrawn="1"/>
        </p:nvCxnSpPr>
        <p:spPr>
          <a:xfrm>
            <a:off x="4332288" y="6416675"/>
            <a:ext cx="7451725" cy="244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platzhalter 21">
            <a:extLst>
              <a:ext uri="{FF2B5EF4-FFF2-40B4-BE49-F238E27FC236}">
                <a16:creationId xmlns:a16="http://schemas.microsoft.com/office/drawing/2014/main" id="{73128A1C-0B66-2F2F-21B2-3685457FC5F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-1"/>
            <a:ext cx="4008438" cy="685798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platzhalter 36">
            <a:extLst>
              <a:ext uri="{FF2B5EF4-FFF2-40B4-BE49-F238E27FC236}">
                <a16:creationId xmlns:a16="http://schemas.microsoft.com/office/drawing/2014/main" id="{0E551996-D7EB-1A41-3D8D-780372EBC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5066" y="1343250"/>
            <a:ext cx="7448947" cy="22374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800"/>
            </a:lvl1pPr>
          </a:lstStyle>
          <a:p>
            <a:r>
              <a:rPr lang="de-DE" dirty="0"/>
              <a:t>Überschrift H1, 28pt</a:t>
            </a:r>
          </a:p>
        </p:txBody>
      </p:sp>
      <p:sp>
        <p:nvSpPr>
          <p:cNvPr id="6" name="Textplatzhalter 19">
            <a:extLst>
              <a:ext uri="{FF2B5EF4-FFF2-40B4-BE49-F238E27FC236}">
                <a16:creationId xmlns:a16="http://schemas.microsoft.com/office/drawing/2014/main" id="{28800518-2369-D147-10E6-CDCD828276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5066" y="3690573"/>
            <a:ext cx="7448948" cy="2546715"/>
          </a:xfrm>
        </p:spPr>
        <p:txBody>
          <a:bodyPr/>
          <a:lstStyle>
            <a:lvl1pPr marL="0" indent="0">
              <a:buNone/>
              <a:defRPr sz="1800"/>
            </a:lvl1pPr>
            <a:lvl2pPr marL="180000" indent="0">
              <a:buNone/>
              <a:defRPr sz="1400"/>
            </a:lvl2pPr>
            <a:lvl3pPr>
              <a:defRPr sz="1000">
                <a:latin typeface="+mj-lt"/>
              </a:defRPr>
            </a:lvl3pPr>
            <a:lvl4pPr>
              <a:defRPr sz="1000">
                <a:latin typeface="+mj-lt"/>
              </a:defRPr>
            </a:lvl4pPr>
            <a:lvl5pPr>
              <a:defRPr sz="1000">
                <a:latin typeface="+mj-lt"/>
              </a:defRPr>
            </a:lvl5pPr>
          </a:lstStyle>
          <a:p>
            <a:pPr lvl="0"/>
            <a:r>
              <a:rPr lang="de-DE" dirty="0"/>
              <a:t>Text mit 18pt</a:t>
            </a:r>
          </a:p>
        </p:txBody>
      </p:sp>
    </p:spTree>
    <p:extLst>
      <p:ext uri="{BB962C8B-B14F-4D97-AF65-F5344CB8AC3E}">
        <p14:creationId xmlns:p14="http://schemas.microsoft.com/office/powerpoint/2010/main" val="3957033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3" pos="2729" userDrawn="1">
          <p15:clr>
            <a:srgbClr val="FBAE40"/>
          </p15:clr>
        </p15:guide>
        <p15:guide id="5" pos="572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693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D654B87-052B-D963-9FAA-B51258F6A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79000" y="0"/>
            <a:ext cx="2913000" cy="68580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FontTx/>
              <a:buNone/>
              <a:defRPr sz="800"/>
            </a:lvl1pPr>
          </a:lstStyle>
          <a:p>
            <a:r>
              <a:rPr lang="de-DE"/>
              <a:t>Nur Bild</a:t>
            </a:r>
          </a:p>
        </p:txBody>
      </p:sp>
    </p:spTree>
    <p:extLst>
      <p:ext uri="{BB962C8B-B14F-4D97-AF65-F5344CB8AC3E}">
        <p14:creationId xmlns:p14="http://schemas.microsoft.com/office/powerpoint/2010/main" val="1497581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36">
          <p15:clr>
            <a:srgbClr val="FBAE40"/>
          </p15:clr>
        </p15:guide>
        <p15:guide id="2" pos="572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lauf nu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EF805B8-FC30-4BC5-ECAB-26AC3258F08B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70123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805B8-FC30-4BC5-ECAB-26AC3258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hteck 11">
            <a:extLst>
              <a:ext uri="{FF2B5EF4-FFF2-40B4-BE49-F238E27FC236}">
                <a16:creationId xmlns:a16="http://schemas.microsoft.com/office/drawing/2014/main" id="{7BCF550C-62C4-0540-C916-68A76F2E03E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rgbClr val="BC1955"/>
              </a:gs>
              <a:gs pos="54000">
                <a:schemeClr val="bg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lIns="0" tIns="0" rIns="0" bIns="36000" rtlCol="0" anchor="ctr">
            <a:noAutofit/>
          </a:bodyPr>
          <a:lstStyle/>
          <a:p>
            <a:pPr algn="ctr"/>
            <a:endParaRPr lang="de-DE" sz="120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1EE351E-9C44-12DB-3D41-F40D6965AD8C}"/>
              </a:ext>
            </a:extLst>
          </p:cNvPr>
          <p:cNvGrpSpPr/>
          <p:nvPr userDrawn="1"/>
        </p:nvGrpSpPr>
        <p:grpSpPr>
          <a:xfrm>
            <a:off x="10668508" y="203870"/>
            <a:ext cx="1115505" cy="237455"/>
            <a:chOff x="7788188" y="480212"/>
            <a:chExt cx="1407600" cy="299632"/>
          </a:xfrm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E4314B65-50EB-22A5-FA8E-3A613ECB447D}"/>
                </a:ext>
              </a:extLst>
            </p:cNvPr>
            <p:cNvSpPr/>
            <p:nvPr/>
          </p:nvSpPr>
          <p:spPr>
            <a:xfrm>
              <a:off x="8922150" y="480212"/>
              <a:ext cx="273638" cy="299353"/>
            </a:xfrm>
            <a:custGeom>
              <a:avLst/>
              <a:gdLst>
                <a:gd name="connsiteX0" fmla="*/ 724156 w 724155"/>
                <a:gd name="connsiteY0" fmla="*/ 218208 h 792207"/>
                <a:gd name="connsiteX1" fmla="*/ 724156 w 724155"/>
                <a:gd name="connsiteY1" fmla="*/ 0 h 792207"/>
                <a:gd name="connsiteX2" fmla="*/ 0 w 724155"/>
                <a:gd name="connsiteY2" fmla="*/ 0 h 792207"/>
                <a:gd name="connsiteX3" fmla="*/ 0 w 724155"/>
                <a:gd name="connsiteY3" fmla="*/ 218208 h 792207"/>
                <a:gd name="connsiteX4" fmla="*/ 198976 w 724155"/>
                <a:gd name="connsiteY4" fmla="*/ 218208 h 792207"/>
                <a:gd name="connsiteX5" fmla="*/ 198976 w 724155"/>
                <a:gd name="connsiteY5" fmla="*/ 792207 h 792207"/>
                <a:gd name="connsiteX6" fmla="*/ 525179 w 724155"/>
                <a:gd name="connsiteY6" fmla="*/ 792207 h 792207"/>
                <a:gd name="connsiteX7" fmla="*/ 525179 w 724155"/>
                <a:gd name="connsiteY7" fmla="*/ 218208 h 7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4155" h="792207">
                  <a:moveTo>
                    <a:pt x="724156" y="218208"/>
                  </a:moveTo>
                  <a:lnTo>
                    <a:pt x="724156" y="0"/>
                  </a:lnTo>
                  <a:lnTo>
                    <a:pt x="0" y="0"/>
                  </a:lnTo>
                  <a:lnTo>
                    <a:pt x="0" y="218208"/>
                  </a:lnTo>
                  <a:lnTo>
                    <a:pt x="198976" y="218208"/>
                  </a:lnTo>
                  <a:lnTo>
                    <a:pt x="198976" y="792207"/>
                  </a:lnTo>
                  <a:lnTo>
                    <a:pt x="525179" y="792207"/>
                  </a:lnTo>
                  <a:lnTo>
                    <a:pt x="525179" y="218208"/>
                  </a:lnTo>
                  <a:close/>
                </a:path>
              </a:pathLst>
            </a:custGeom>
            <a:solidFill>
              <a:schemeClr val="bg1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5F92769-29E6-7D83-DDE7-799A2E9EAA92}"/>
                </a:ext>
              </a:extLst>
            </p:cNvPr>
            <p:cNvSpPr/>
            <p:nvPr/>
          </p:nvSpPr>
          <p:spPr>
            <a:xfrm>
              <a:off x="8365371" y="480212"/>
              <a:ext cx="258544" cy="299353"/>
            </a:xfrm>
            <a:custGeom>
              <a:avLst/>
              <a:gdLst>
                <a:gd name="connsiteX0" fmla="*/ 684213 w 684212"/>
                <a:gd name="connsiteY0" fmla="*/ 792207 h 792207"/>
                <a:gd name="connsiteX1" fmla="*/ 684213 w 684212"/>
                <a:gd name="connsiteY1" fmla="*/ 585834 h 792207"/>
                <a:gd name="connsiteX2" fmla="*/ 311409 w 684212"/>
                <a:gd name="connsiteY2" fmla="*/ 585834 h 792207"/>
                <a:gd name="connsiteX3" fmla="*/ 311409 w 684212"/>
                <a:gd name="connsiteY3" fmla="*/ 492633 h 792207"/>
                <a:gd name="connsiteX4" fmla="*/ 576218 w 684212"/>
                <a:gd name="connsiteY4" fmla="*/ 492633 h 792207"/>
                <a:gd name="connsiteX5" fmla="*/ 576218 w 684212"/>
                <a:gd name="connsiteY5" fmla="*/ 298834 h 792207"/>
                <a:gd name="connsiteX6" fmla="*/ 311409 w 684212"/>
                <a:gd name="connsiteY6" fmla="*/ 298834 h 792207"/>
                <a:gd name="connsiteX7" fmla="*/ 311409 w 684212"/>
                <a:gd name="connsiteY7" fmla="*/ 206373 h 792207"/>
                <a:gd name="connsiteX8" fmla="*/ 681994 w 684212"/>
                <a:gd name="connsiteY8" fmla="*/ 206373 h 792207"/>
                <a:gd name="connsiteX9" fmla="*/ 681994 w 684212"/>
                <a:gd name="connsiteY9" fmla="*/ 0 h 792207"/>
                <a:gd name="connsiteX10" fmla="*/ 0 w 684212"/>
                <a:gd name="connsiteY10" fmla="*/ 0 h 792207"/>
                <a:gd name="connsiteX11" fmla="*/ 0 w 684212"/>
                <a:gd name="connsiteY11" fmla="*/ 792207 h 7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4212" h="792207">
                  <a:moveTo>
                    <a:pt x="684213" y="792207"/>
                  </a:moveTo>
                  <a:lnTo>
                    <a:pt x="684213" y="585834"/>
                  </a:lnTo>
                  <a:lnTo>
                    <a:pt x="311409" y="585834"/>
                  </a:lnTo>
                  <a:lnTo>
                    <a:pt x="311409" y="492633"/>
                  </a:lnTo>
                  <a:lnTo>
                    <a:pt x="576218" y="492633"/>
                  </a:lnTo>
                  <a:lnTo>
                    <a:pt x="576218" y="298834"/>
                  </a:lnTo>
                  <a:lnTo>
                    <a:pt x="311409" y="298834"/>
                  </a:lnTo>
                  <a:lnTo>
                    <a:pt x="311409" y="206373"/>
                  </a:lnTo>
                  <a:lnTo>
                    <a:pt x="681994" y="206373"/>
                  </a:lnTo>
                  <a:lnTo>
                    <a:pt x="681994" y="0"/>
                  </a:lnTo>
                  <a:lnTo>
                    <a:pt x="0" y="0"/>
                  </a:lnTo>
                  <a:lnTo>
                    <a:pt x="0" y="792207"/>
                  </a:lnTo>
                  <a:close/>
                </a:path>
              </a:pathLst>
            </a:custGeom>
            <a:solidFill>
              <a:schemeClr val="bg1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D5BE3AA-6DCC-5053-883E-54F6853C7A75}"/>
                </a:ext>
              </a:extLst>
            </p:cNvPr>
            <p:cNvSpPr/>
            <p:nvPr/>
          </p:nvSpPr>
          <p:spPr>
            <a:xfrm>
              <a:off x="7788188" y="480212"/>
              <a:ext cx="286495" cy="299632"/>
            </a:xfrm>
            <a:custGeom>
              <a:avLst/>
              <a:gdLst>
                <a:gd name="connsiteX0" fmla="*/ 626517 w 758181"/>
                <a:gd name="connsiteY0" fmla="*/ 379461 h 792946"/>
                <a:gd name="connsiteX1" fmla="*/ 746347 w 758181"/>
                <a:gd name="connsiteY1" fmla="*/ 201935 h 792946"/>
                <a:gd name="connsiteX2" fmla="*/ 438636 w 758181"/>
                <a:gd name="connsiteY2" fmla="*/ 0 h 792946"/>
                <a:gd name="connsiteX3" fmla="*/ 0 w 758181"/>
                <a:gd name="connsiteY3" fmla="*/ 0 h 792946"/>
                <a:gd name="connsiteX4" fmla="*/ 0 w 758181"/>
                <a:gd name="connsiteY4" fmla="*/ 792947 h 792946"/>
                <a:gd name="connsiteX5" fmla="*/ 440855 w 758181"/>
                <a:gd name="connsiteY5" fmla="*/ 792947 h 792946"/>
                <a:gd name="connsiteX6" fmla="*/ 758182 w 758181"/>
                <a:gd name="connsiteY6" fmla="*/ 554767 h 792946"/>
                <a:gd name="connsiteX7" fmla="*/ 626517 w 758181"/>
                <a:gd name="connsiteY7" fmla="*/ 379461 h 792946"/>
                <a:gd name="connsiteX8" fmla="*/ 379461 w 758181"/>
                <a:gd name="connsiteY8" fmla="*/ 609504 h 792946"/>
                <a:gd name="connsiteX9" fmla="*/ 296615 w 758181"/>
                <a:gd name="connsiteY9" fmla="*/ 609504 h 792946"/>
                <a:gd name="connsiteX10" fmla="*/ 296615 w 758181"/>
                <a:gd name="connsiteY10" fmla="*/ 466744 h 792946"/>
                <a:gd name="connsiteX11" fmla="*/ 379461 w 758181"/>
                <a:gd name="connsiteY11" fmla="*/ 466744 h 792946"/>
                <a:gd name="connsiteX12" fmla="*/ 460087 w 758181"/>
                <a:gd name="connsiteY12" fmla="*/ 538494 h 792946"/>
                <a:gd name="connsiteX13" fmla="*/ 379461 w 758181"/>
                <a:gd name="connsiteY13" fmla="*/ 609504 h 792946"/>
                <a:gd name="connsiteX14" fmla="*/ 379461 w 758181"/>
                <a:gd name="connsiteY14" fmla="*/ 326203 h 792946"/>
                <a:gd name="connsiteX15" fmla="*/ 296615 w 758181"/>
                <a:gd name="connsiteY15" fmla="*/ 326203 h 792946"/>
                <a:gd name="connsiteX16" fmla="*/ 296615 w 758181"/>
                <a:gd name="connsiteY16" fmla="*/ 183443 h 792946"/>
                <a:gd name="connsiteX17" fmla="*/ 379461 w 758181"/>
                <a:gd name="connsiteY17" fmla="*/ 183443 h 792946"/>
                <a:gd name="connsiteX18" fmla="*/ 460087 w 758181"/>
                <a:gd name="connsiteY18" fmla="*/ 255193 h 792946"/>
                <a:gd name="connsiteX19" fmla="*/ 379461 w 758181"/>
                <a:gd name="connsiteY19" fmla="*/ 326203 h 7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8181" h="792946">
                  <a:moveTo>
                    <a:pt x="626517" y="379461"/>
                  </a:moveTo>
                  <a:cubicBezTo>
                    <a:pt x="697527" y="344695"/>
                    <a:pt x="746347" y="296615"/>
                    <a:pt x="746347" y="201935"/>
                  </a:cubicBezTo>
                  <a:cubicBezTo>
                    <a:pt x="746347" y="79147"/>
                    <a:pt x="652406" y="0"/>
                    <a:pt x="438636" y="0"/>
                  </a:cubicBezTo>
                  <a:lnTo>
                    <a:pt x="0" y="0"/>
                  </a:lnTo>
                  <a:lnTo>
                    <a:pt x="0" y="792947"/>
                  </a:lnTo>
                  <a:lnTo>
                    <a:pt x="440855" y="792947"/>
                  </a:lnTo>
                  <a:cubicBezTo>
                    <a:pt x="651666" y="792947"/>
                    <a:pt x="758182" y="707883"/>
                    <a:pt x="758182" y="554767"/>
                  </a:cubicBezTo>
                  <a:cubicBezTo>
                    <a:pt x="758182" y="454169"/>
                    <a:pt x="701225" y="407569"/>
                    <a:pt x="626517" y="379461"/>
                  </a:cubicBezTo>
                  <a:close/>
                  <a:moveTo>
                    <a:pt x="379461" y="609504"/>
                  </a:moveTo>
                  <a:lnTo>
                    <a:pt x="296615" y="609504"/>
                  </a:lnTo>
                  <a:lnTo>
                    <a:pt x="296615" y="466744"/>
                  </a:lnTo>
                  <a:lnTo>
                    <a:pt x="379461" y="466744"/>
                  </a:lnTo>
                  <a:cubicBezTo>
                    <a:pt x="430499" y="466744"/>
                    <a:pt x="460087" y="492633"/>
                    <a:pt x="460087" y="538494"/>
                  </a:cubicBezTo>
                  <a:cubicBezTo>
                    <a:pt x="460087" y="583615"/>
                    <a:pt x="430499" y="609504"/>
                    <a:pt x="379461" y="609504"/>
                  </a:cubicBezTo>
                  <a:close/>
                  <a:moveTo>
                    <a:pt x="379461" y="326203"/>
                  </a:moveTo>
                  <a:lnTo>
                    <a:pt x="296615" y="326203"/>
                  </a:lnTo>
                  <a:lnTo>
                    <a:pt x="296615" y="183443"/>
                  </a:lnTo>
                  <a:lnTo>
                    <a:pt x="379461" y="183443"/>
                  </a:lnTo>
                  <a:cubicBezTo>
                    <a:pt x="430499" y="183443"/>
                    <a:pt x="460087" y="209332"/>
                    <a:pt x="460087" y="255193"/>
                  </a:cubicBezTo>
                  <a:cubicBezTo>
                    <a:pt x="460087" y="300314"/>
                    <a:pt x="430499" y="326203"/>
                    <a:pt x="379461" y="326203"/>
                  </a:cubicBezTo>
                  <a:close/>
                </a:path>
              </a:pathLst>
            </a:custGeom>
            <a:solidFill>
              <a:schemeClr val="bg1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</p:grpSp>
    </p:spTree>
    <p:extLst>
      <p:ext uri="{BB962C8B-B14F-4D97-AF65-F5344CB8AC3E}">
        <p14:creationId xmlns:p14="http://schemas.microsoft.com/office/powerpoint/2010/main" val="205749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59717592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421" imgH="420" progId="TCLayout.ActiveDocument.1">
                  <p:embed/>
                </p:oleObj>
              </mc:Choice>
              <mc:Fallback>
                <p:oleObj name="think-cell Folie" r:id="rId13" imgW="421" imgH="42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platzhalter 2"/>
          <p:cNvSpPr>
            <a:spLocks noGrp="1"/>
          </p:cNvSpPr>
          <p:nvPr>
            <p:ph type="body" idx="1"/>
          </p:nvPr>
        </p:nvSpPr>
        <p:spPr>
          <a:xfrm>
            <a:off x="407987" y="1341438"/>
            <a:ext cx="11376025" cy="48958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3" name="Foliennummernplatzhalter 9">
            <a:extLst>
              <a:ext uri="{FF2B5EF4-FFF2-40B4-BE49-F238E27FC236}">
                <a16:creationId xmlns:a16="http://schemas.microsoft.com/office/drawing/2014/main" id="{884CCEE1-ECB5-3284-5057-2E4F7BBC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122" y="6530400"/>
            <a:ext cx="216000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F3AEDBE9-C905-4CB1-A57C-EDC660A93F5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7" name="Titelplatzhalter 36">
            <a:extLst>
              <a:ext uri="{FF2B5EF4-FFF2-40B4-BE49-F238E27FC236}">
                <a16:creationId xmlns:a16="http://schemas.microsoft.com/office/drawing/2014/main" id="{6AEACAAE-1831-3A72-E5AE-D160F312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441325"/>
            <a:ext cx="9072562" cy="59962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0879E0-8AAD-9C4E-28BF-73D9AEBD8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6800" y="6530400"/>
            <a:ext cx="5328000" cy="144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Ergebnismaster</a:t>
            </a:r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C4ACB7-2F60-444C-FE25-DBF60C3AC525}"/>
              </a:ext>
            </a:extLst>
          </p:cNvPr>
          <p:cNvGrpSpPr/>
          <p:nvPr userDrawn="1"/>
        </p:nvGrpSpPr>
        <p:grpSpPr>
          <a:xfrm>
            <a:off x="10668508" y="203870"/>
            <a:ext cx="1115505" cy="237455"/>
            <a:chOff x="7788188" y="480212"/>
            <a:chExt cx="1407600" cy="299632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B2E70D84-F26D-8E88-C05A-94DF8526318B}"/>
                </a:ext>
              </a:extLst>
            </p:cNvPr>
            <p:cNvSpPr/>
            <p:nvPr/>
          </p:nvSpPr>
          <p:spPr>
            <a:xfrm>
              <a:off x="8922150" y="480212"/>
              <a:ext cx="273638" cy="299353"/>
            </a:xfrm>
            <a:custGeom>
              <a:avLst/>
              <a:gdLst>
                <a:gd name="connsiteX0" fmla="*/ 724156 w 724155"/>
                <a:gd name="connsiteY0" fmla="*/ 218208 h 792207"/>
                <a:gd name="connsiteX1" fmla="*/ 724156 w 724155"/>
                <a:gd name="connsiteY1" fmla="*/ 0 h 792207"/>
                <a:gd name="connsiteX2" fmla="*/ 0 w 724155"/>
                <a:gd name="connsiteY2" fmla="*/ 0 h 792207"/>
                <a:gd name="connsiteX3" fmla="*/ 0 w 724155"/>
                <a:gd name="connsiteY3" fmla="*/ 218208 h 792207"/>
                <a:gd name="connsiteX4" fmla="*/ 198976 w 724155"/>
                <a:gd name="connsiteY4" fmla="*/ 218208 h 792207"/>
                <a:gd name="connsiteX5" fmla="*/ 198976 w 724155"/>
                <a:gd name="connsiteY5" fmla="*/ 792207 h 792207"/>
                <a:gd name="connsiteX6" fmla="*/ 525179 w 724155"/>
                <a:gd name="connsiteY6" fmla="*/ 792207 h 792207"/>
                <a:gd name="connsiteX7" fmla="*/ 525179 w 724155"/>
                <a:gd name="connsiteY7" fmla="*/ 218208 h 7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4155" h="792207">
                  <a:moveTo>
                    <a:pt x="724156" y="218208"/>
                  </a:moveTo>
                  <a:lnTo>
                    <a:pt x="724156" y="0"/>
                  </a:lnTo>
                  <a:lnTo>
                    <a:pt x="0" y="0"/>
                  </a:lnTo>
                  <a:lnTo>
                    <a:pt x="0" y="218208"/>
                  </a:lnTo>
                  <a:lnTo>
                    <a:pt x="198976" y="218208"/>
                  </a:lnTo>
                  <a:lnTo>
                    <a:pt x="198976" y="792207"/>
                  </a:lnTo>
                  <a:lnTo>
                    <a:pt x="525179" y="792207"/>
                  </a:lnTo>
                  <a:lnTo>
                    <a:pt x="525179" y="218208"/>
                  </a:lnTo>
                  <a:close/>
                </a:path>
              </a:pathLst>
            </a:custGeom>
            <a:solidFill>
              <a:srgbClr val="E30014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F8B1CA8-34E7-0A7E-EAF8-BDD34C511502}"/>
                </a:ext>
              </a:extLst>
            </p:cNvPr>
            <p:cNvSpPr/>
            <p:nvPr/>
          </p:nvSpPr>
          <p:spPr>
            <a:xfrm>
              <a:off x="8365371" y="480212"/>
              <a:ext cx="258544" cy="299353"/>
            </a:xfrm>
            <a:custGeom>
              <a:avLst/>
              <a:gdLst>
                <a:gd name="connsiteX0" fmla="*/ 684213 w 684212"/>
                <a:gd name="connsiteY0" fmla="*/ 792207 h 792207"/>
                <a:gd name="connsiteX1" fmla="*/ 684213 w 684212"/>
                <a:gd name="connsiteY1" fmla="*/ 585834 h 792207"/>
                <a:gd name="connsiteX2" fmla="*/ 311409 w 684212"/>
                <a:gd name="connsiteY2" fmla="*/ 585834 h 792207"/>
                <a:gd name="connsiteX3" fmla="*/ 311409 w 684212"/>
                <a:gd name="connsiteY3" fmla="*/ 492633 h 792207"/>
                <a:gd name="connsiteX4" fmla="*/ 576218 w 684212"/>
                <a:gd name="connsiteY4" fmla="*/ 492633 h 792207"/>
                <a:gd name="connsiteX5" fmla="*/ 576218 w 684212"/>
                <a:gd name="connsiteY5" fmla="*/ 298834 h 792207"/>
                <a:gd name="connsiteX6" fmla="*/ 311409 w 684212"/>
                <a:gd name="connsiteY6" fmla="*/ 298834 h 792207"/>
                <a:gd name="connsiteX7" fmla="*/ 311409 w 684212"/>
                <a:gd name="connsiteY7" fmla="*/ 206373 h 792207"/>
                <a:gd name="connsiteX8" fmla="*/ 681994 w 684212"/>
                <a:gd name="connsiteY8" fmla="*/ 206373 h 792207"/>
                <a:gd name="connsiteX9" fmla="*/ 681994 w 684212"/>
                <a:gd name="connsiteY9" fmla="*/ 0 h 792207"/>
                <a:gd name="connsiteX10" fmla="*/ 0 w 684212"/>
                <a:gd name="connsiteY10" fmla="*/ 0 h 792207"/>
                <a:gd name="connsiteX11" fmla="*/ 0 w 684212"/>
                <a:gd name="connsiteY11" fmla="*/ 792207 h 7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4212" h="792207">
                  <a:moveTo>
                    <a:pt x="684213" y="792207"/>
                  </a:moveTo>
                  <a:lnTo>
                    <a:pt x="684213" y="585834"/>
                  </a:lnTo>
                  <a:lnTo>
                    <a:pt x="311409" y="585834"/>
                  </a:lnTo>
                  <a:lnTo>
                    <a:pt x="311409" y="492633"/>
                  </a:lnTo>
                  <a:lnTo>
                    <a:pt x="576218" y="492633"/>
                  </a:lnTo>
                  <a:lnTo>
                    <a:pt x="576218" y="298834"/>
                  </a:lnTo>
                  <a:lnTo>
                    <a:pt x="311409" y="298834"/>
                  </a:lnTo>
                  <a:lnTo>
                    <a:pt x="311409" y="206373"/>
                  </a:lnTo>
                  <a:lnTo>
                    <a:pt x="681994" y="206373"/>
                  </a:lnTo>
                  <a:lnTo>
                    <a:pt x="681994" y="0"/>
                  </a:lnTo>
                  <a:lnTo>
                    <a:pt x="0" y="0"/>
                  </a:lnTo>
                  <a:lnTo>
                    <a:pt x="0" y="792207"/>
                  </a:lnTo>
                  <a:close/>
                </a:path>
              </a:pathLst>
            </a:custGeom>
            <a:solidFill>
              <a:srgbClr val="E30014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B53F8CD5-FD3C-957F-64DA-5E62F70FE0AD}"/>
                </a:ext>
              </a:extLst>
            </p:cNvPr>
            <p:cNvSpPr/>
            <p:nvPr/>
          </p:nvSpPr>
          <p:spPr>
            <a:xfrm>
              <a:off x="7788188" y="480212"/>
              <a:ext cx="286495" cy="299632"/>
            </a:xfrm>
            <a:custGeom>
              <a:avLst/>
              <a:gdLst>
                <a:gd name="connsiteX0" fmla="*/ 626517 w 758181"/>
                <a:gd name="connsiteY0" fmla="*/ 379461 h 792946"/>
                <a:gd name="connsiteX1" fmla="*/ 746347 w 758181"/>
                <a:gd name="connsiteY1" fmla="*/ 201935 h 792946"/>
                <a:gd name="connsiteX2" fmla="*/ 438636 w 758181"/>
                <a:gd name="connsiteY2" fmla="*/ 0 h 792946"/>
                <a:gd name="connsiteX3" fmla="*/ 0 w 758181"/>
                <a:gd name="connsiteY3" fmla="*/ 0 h 792946"/>
                <a:gd name="connsiteX4" fmla="*/ 0 w 758181"/>
                <a:gd name="connsiteY4" fmla="*/ 792947 h 792946"/>
                <a:gd name="connsiteX5" fmla="*/ 440855 w 758181"/>
                <a:gd name="connsiteY5" fmla="*/ 792947 h 792946"/>
                <a:gd name="connsiteX6" fmla="*/ 758182 w 758181"/>
                <a:gd name="connsiteY6" fmla="*/ 554767 h 792946"/>
                <a:gd name="connsiteX7" fmla="*/ 626517 w 758181"/>
                <a:gd name="connsiteY7" fmla="*/ 379461 h 792946"/>
                <a:gd name="connsiteX8" fmla="*/ 379461 w 758181"/>
                <a:gd name="connsiteY8" fmla="*/ 609504 h 792946"/>
                <a:gd name="connsiteX9" fmla="*/ 296615 w 758181"/>
                <a:gd name="connsiteY9" fmla="*/ 609504 h 792946"/>
                <a:gd name="connsiteX10" fmla="*/ 296615 w 758181"/>
                <a:gd name="connsiteY10" fmla="*/ 466744 h 792946"/>
                <a:gd name="connsiteX11" fmla="*/ 379461 w 758181"/>
                <a:gd name="connsiteY11" fmla="*/ 466744 h 792946"/>
                <a:gd name="connsiteX12" fmla="*/ 460087 w 758181"/>
                <a:gd name="connsiteY12" fmla="*/ 538494 h 792946"/>
                <a:gd name="connsiteX13" fmla="*/ 379461 w 758181"/>
                <a:gd name="connsiteY13" fmla="*/ 609504 h 792946"/>
                <a:gd name="connsiteX14" fmla="*/ 379461 w 758181"/>
                <a:gd name="connsiteY14" fmla="*/ 326203 h 792946"/>
                <a:gd name="connsiteX15" fmla="*/ 296615 w 758181"/>
                <a:gd name="connsiteY15" fmla="*/ 326203 h 792946"/>
                <a:gd name="connsiteX16" fmla="*/ 296615 w 758181"/>
                <a:gd name="connsiteY16" fmla="*/ 183443 h 792946"/>
                <a:gd name="connsiteX17" fmla="*/ 379461 w 758181"/>
                <a:gd name="connsiteY17" fmla="*/ 183443 h 792946"/>
                <a:gd name="connsiteX18" fmla="*/ 460087 w 758181"/>
                <a:gd name="connsiteY18" fmla="*/ 255193 h 792946"/>
                <a:gd name="connsiteX19" fmla="*/ 379461 w 758181"/>
                <a:gd name="connsiteY19" fmla="*/ 326203 h 7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8181" h="792946">
                  <a:moveTo>
                    <a:pt x="626517" y="379461"/>
                  </a:moveTo>
                  <a:cubicBezTo>
                    <a:pt x="697527" y="344695"/>
                    <a:pt x="746347" y="296615"/>
                    <a:pt x="746347" y="201935"/>
                  </a:cubicBezTo>
                  <a:cubicBezTo>
                    <a:pt x="746347" y="79147"/>
                    <a:pt x="652406" y="0"/>
                    <a:pt x="438636" y="0"/>
                  </a:cubicBezTo>
                  <a:lnTo>
                    <a:pt x="0" y="0"/>
                  </a:lnTo>
                  <a:lnTo>
                    <a:pt x="0" y="792947"/>
                  </a:lnTo>
                  <a:lnTo>
                    <a:pt x="440855" y="792947"/>
                  </a:lnTo>
                  <a:cubicBezTo>
                    <a:pt x="651666" y="792947"/>
                    <a:pt x="758182" y="707883"/>
                    <a:pt x="758182" y="554767"/>
                  </a:cubicBezTo>
                  <a:cubicBezTo>
                    <a:pt x="758182" y="454169"/>
                    <a:pt x="701225" y="407569"/>
                    <a:pt x="626517" y="379461"/>
                  </a:cubicBezTo>
                  <a:close/>
                  <a:moveTo>
                    <a:pt x="379461" y="609504"/>
                  </a:moveTo>
                  <a:lnTo>
                    <a:pt x="296615" y="609504"/>
                  </a:lnTo>
                  <a:lnTo>
                    <a:pt x="296615" y="466744"/>
                  </a:lnTo>
                  <a:lnTo>
                    <a:pt x="379461" y="466744"/>
                  </a:lnTo>
                  <a:cubicBezTo>
                    <a:pt x="430499" y="466744"/>
                    <a:pt x="460087" y="492633"/>
                    <a:pt x="460087" y="538494"/>
                  </a:cubicBezTo>
                  <a:cubicBezTo>
                    <a:pt x="460087" y="583615"/>
                    <a:pt x="430499" y="609504"/>
                    <a:pt x="379461" y="609504"/>
                  </a:cubicBezTo>
                  <a:close/>
                  <a:moveTo>
                    <a:pt x="379461" y="326203"/>
                  </a:moveTo>
                  <a:lnTo>
                    <a:pt x="296615" y="326203"/>
                  </a:lnTo>
                  <a:lnTo>
                    <a:pt x="296615" y="183443"/>
                  </a:lnTo>
                  <a:lnTo>
                    <a:pt x="379461" y="183443"/>
                  </a:lnTo>
                  <a:cubicBezTo>
                    <a:pt x="430499" y="183443"/>
                    <a:pt x="460087" y="209332"/>
                    <a:pt x="460087" y="255193"/>
                  </a:cubicBezTo>
                  <a:cubicBezTo>
                    <a:pt x="460087" y="300314"/>
                    <a:pt x="430499" y="326203"/>
                    <a:pt x="379461" y="326203"/>
                  </a:cubicBezTo>
                  <a:close/>
                </a:path>
              </a:pathLst>
            </a:custGeom>
            <a:solidFill>
              <a:srgbClr val="E30014"/>
            </a:solidFill>
            <a:ln w="73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800"/>
            </a:p>
          </p:txBody>
        </p:sp>
      </p:grpSp>
    </p:spTree>
    <p:extLst>
      <p:ext uri="{BB962C8B-B14F-4D97-AF65-F5344CB8AC3E}">
        <p14:creationId xmlns:p14="http://schemas.microsoft.com/office/powerpoint/2010/main" val="67427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740" r:id="rId2"/>
    <p:sldLayoutId id="2147483874" r:id="rId3"/>
    <p:sldLayoutId id="2147483890" r:id="rId4"/>
    <p:sldLayoutId id="2147483864" r:id="rId5"/>
    <p:sldLayoutId id="2147483885" r:id="rId6"/>
    <p:sldLayoutId id="2147483872" r:id="rId7"/>
    <p:sldLayoutId id="2147483888" r:id="rId8"/>
    <p:sldLayoutId id="2147483894" r:id="rId9"/>
    <p:sldLayoutId id="2147483879" r:id="rId10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spcBef>
          <a:spcPts val="200"/>
        </a:spcBef>
        <a:spcAft>
          <a:spcPts val="200"/>
        </a:spcAft>
        <a:buClrTx/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60000" indent="-180000" algn="l" defTabSz="914400" rtl="0" eaLnBrk="1" latinLnBrk="0" hangingPunct="1">
        <a:spcBef>
          <a:spcPts val="200"/>
        </a:spcBef>
        <a:spcAft>
          <a:spcPts val="200"/>
        </a:spcAft>
        <a:buClrTx/>
        <a:buFont typeface="Symbol" panose="05050102010706020507" pitchFamily="18" charset="2"/>
        <a:buChar char="-"/>
        <a:defRPr sz="11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0000" indent="0" algn="l" defTabSz="914400" rtl="0" eaLnBrk="1" latinLnBrk="0" hangingPunct="1">
        <a:spcBef>
          <a:spcPct val="20000"/>
        </a:spcBef>
        <a:spcAft>
          <a:spcPts val="300"/>
        </a:spcAft>
        <a:buFont typeface="Arial" panose="020B0604020202020204" pitchFamily="34" charset="0"/>
        <a:buNone/>
        <a:defRPr sz="10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845" userDrawn="1">
          <p15:clr>
            <a:srgbClr val="F26B43"/>
          </p15:clr>
        </p15:guide>
        <p15:guide id="12" pos="257" userDrawn="1">
          <p15:clr>
            <a:srgbClr val="F26B43"/>
          </p15:clr>
        </p15:guide>
        <p15:guide id="13" pos="7423" userDrawn="1">
          <p15:clr>
            <a:srgbClr val="F26B43"/>
          </p15:clr>
        </p15:guide>
        <p15:guide id="14" orient="horz" pos="4042" userDrawn="1">
          <p15:clr>
            <a:srgbClr val="F26B43"/>
          </p15:clr>
        </p15:guide>
        <p15:guide id="15" orient="horz" pos="278" userDrawn="1">
          <p15:clr>
            <a:srgbClr val="F26B43"/>
          </p15:clr>
        </p15:guide>
        <p15:guide id="16" orient="horz" pos="3929" userDrawn="1">
          <p15:clr>
            <a:srgbClr val="F26B43"/>
          </p15:clr>
        </p15:guide>
        <p15:guide id="17" pos="3840" userDrawn="1">
          <p15:clr>
            <a:srgbClr val="F26B43"/>
          </p15:clr>
        </p15:guide>
        <p15:guide id="18" orient="horz" pos="1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257D9E6-C886-F193-2B8A-18DCAD1330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D25705A-0CFD-FD71-EE1D-9DF94FCC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4D6885-7905-29B2-3516-7101D6CED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D80F1D-8D32-F2B5-32C3-7C8B7B3B30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13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65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C269921-E447-CD83-1EEF-54ED501C98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8762B7D-0FCC-DAD6-3EA6-582FD048AC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2BB8E50-2118-06AD-5EDA-A25763E7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4FC9B9-2263-0733-56A8-72BF09CE5F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72326B8-3D69-B0F6-8654-6F2D7E592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86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B94FDB-3FC9-E496-0E6B-04DFD8115E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F8BD08-3DD3-455C-190B-74560FFAE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6B0CCDD-7FA6-71F5-A4F9-2525E51B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D7E5C52-E35D-FCD3-491C-F68FC2611E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949957-3A41-304C-7A00-268FB941B1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3614F2-B8DC-E730-5265-B8F58CE301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5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4B93C62-C6DB-038E-0F72-EC476DBF1D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31FD8A7-30A7-D0C4-A5E1-8BFEB963CA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F618C11-CC89-44D3-C7E7-7AD28643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3FF8ACC-AEFA-FAAD-630A-4B317BE1D4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22428AE2-5890-C5DB-2364-765FC24DC2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84219AD-5ECF-1334-40A8-E9F6BED09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365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F5DB9E-F9CE-B9F2-2FF5-8AC8AD3B2C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D9EF0E-B596-FA06-BF14-D5D5F1CF34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D64CD9D-A51E-E2F1-80F7-6D2F4D5C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D6A41D-8D1A-0755-1D2A-723D37DDA7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BD47461-97F5-6FD3-E53B-1BE640BDC3C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C870E31-F830-9A7F-43A2-D3AC5DD532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5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DBE4625-BFC3-8FE1-C06E-B23F7C60CE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F98019-2055-DB1A-A972-DD027C3ADB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789861C-7924-A64F-749B-431546AB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9A35F45D-1B8A-E446-9F2C-6C0365ECE6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438472-0B4C-11A5-4AF5-31B2F2EDBC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E2ABAB1-D4BE-0FD3-F5F7-7AA42D63F0F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2B54717-F3A7-5C2D-36E5-855CC816AD3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EE13628-F93D-250C-D543-87A9411E49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6F0AADA-DFC9-E8C6-C7ED-6547FB4E897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66A5E77-306B-6F74-9584-6ACD25219C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073847F8-69FE-1EA5-D396-DB3BEA5DF3E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F485B7F-7BD9-CD51-AE19-147BC7088FC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E62E012-B55C-FAEF-8FF3-479DE28A61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693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E731897-386A-BB63-5B40-52E25DD5F0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Ergebnismaster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1C8C33-F4FF-D0B4-EB81-8B290E3FDD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AEDBE9-C905-4CB1-A57C-EDC660A93F5B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F66FAC4-F8BE-D294-0115-15325ADDF19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45E9433-E87E-2825-C4A4-468AD826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BEBFFE8-0952-4662-7FFB-82D3D8E66A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444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3AB80C65-05D9-7311-61D5-7ACC29A10B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54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37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4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  <p:tag name="EE4P_STYLE_ID" val="f6c9ad4c-ea03-495a-a18a-d57f9c4de60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rlayouts">
  <a:themeElements>
    <a:clrScheme name="BET 2024">
      <a:dk1>
        <a:sysClr val="windowText" lastClr="000000"/>
      </a:dk1>
      <a:lt1>
        <a:srgbClr val="FFFFFF"/>
      </a:lt1>
      <a:dk2>
        <a:srgbClr val="005F73"/>
      </a:dk2>
      <a:lt2>
        <a:srgbClr val="E30014"/>
      </a:lt2>
      <a:accent1>
        <a:srgbClr val="E30014"/>
      </a:accent1>
      <a:accent2>
        <a:srgbClr val="A5A5A5"/>
      </a:accent2>
      <a:accent3>
        <a:srgbClr val="FF5A00"/>
      </a:accent3>
      <a:accent4>
        <a:srgbClr val="414141"/>
      </a:accent4>
      <a:accent5>
        <a:srgbClr val="FF9600"/>
      </a:accent5>
      <a:accent6>
        <a:srgbClr val="0C253E"/>
      </a:accent6>
      <a:hlink>
        <a:srgbClr val="00B0F0"/>
      </a:hlink>
      <a:folHlink>
        <a:srgbClr val="828282"/>
      </a:folHlink>
    </a:clrScheme>
    <a:fontScheme name="Benutzerdefiniert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0" rtlCol="0" anchor="ctr">
        <a:noAutofit/>
      </a:bodyPr>
      <a:lstStyle>
        <a:defPPr algn="ctr">
          <a:defRPr sz="1200"/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L="180000" indent="-180000" algn="l">
          <a:spcBef>
            <a:spcPts val="200"/>
          </a:spcBef>
          <a:spcAft>
            <a:spcPts val="200"/>
          </a:spcAft>
          <a:buFont typeface="Arial" panose="020B0604020202020204" pitchFamily="34" charset="0"/>
          <a:buChar char="•"/>
          <a:defRPr sz="1100" dirty="0" err="1" smtClean="0"/>
        </a:defPPr>
      </a:lstStyle>
    </a:txDef>
  </a:objectDefaults>
  <a:extraClrSchemeLst/>
  <a:custClrLst>
    <a:custClr name="Custom Color 1">
      <a:srgbClr val="BC1955"/>
    </a:custClr>
    <a:custClr name="Custom Color 2">
      <a:srgbClr val="005F73"/>
    </a:custClr>
    <a:custClr name="Custom Color 3">
      <a:srgbClr val="008A3A"/>
    </a:custClr>
    <a:custClr name="Custom Color 4">
      <a:srgbClr val="FFDB00"/>
    </a:custClr>
    <a:custClr name="Custom Color 5">
      <a:srgbClr val="0070C0"/>
    </a:custClr>
  </a:custClrLst>
  <a:extLst>
    <a:ext uri="{05A4C25C-085E-4340-85A3-A5531E510DB2}">
      <thm15:themeFamily xmlns:thm15="http://schemas.microsoft.com/office/thememl/2012/main" name="Präsentation1" id="{FE571DB6-FC0C-4170-B46D-2E73C8EA45A0}" vid="{88593EDF-A8F0-4F71-8A9F-B840C6E729D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9CC57B5-CA14-4E84-9205-7079B3FF7239}">
  <we:reference id="ea375709-5511-4a7d-9ad9-0150d03e7fbe" version="3.6.0.0" store="EXCatalog" storeType="EXCatalog"/>
  <we:alternateReferences>
    <we:reference id="WA104380602" version="3.6.0.0" store="de-DE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3226C12-B005-47DF-B1EE-FB90B2920E02}">
  <we:reference id="22ff87a5-132f-4d52-9e97-94d888e4dd91" version="3.6.0.0" store="EXCatalog" storeType="EXCatalog"/>
  <we:alternateReferences>
    <we:reference id="WA104380050" version="3.6.0.0" store="de-DE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A6D855811924145927D85497DA189FC" ma:contentTypeVersion="12" ma:contentTypeDescription="Ein neues Dokument erstellen." ma:contentTypeScope="" ma:versionID="a6b77250cd8f4cfcd2b375ef90a0cd31">
  <xsd:schema xmlns:xsd="http://www.w3.org/2001/XMLSchema" xmlns:xs="http://www.w3.org/2001/XMLSchema" xmlns:p="http://schemas.microsoft.com/office/2006/metadata/properties" xmlns:ns2="8b6e6397-f9bd-49ec-ad7c-feae00199676" xmlns:ns3="c22e5c0a-cfba-47be-8704-d42d05989c2a" targetNamespace="http://schemas.microsoft.com/office/2006/metadata/properties" ma:root="true" ma:fieldsID="845f2157f2996c54f2b8605927e6a39c" ns2:_="" ns3:_="">
    <xsd:import namespace="8b6e6397-f9bd-49ec-ad7c-feae00199676"/>
    <xsd:import namespace="c22e5c0a-cfba-47be-8704-d42d05989c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e6397-f9bd-49ec-ad7c-feae001996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36f87498-47d0-470e-9933-c63eb031da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2e5c0a-cfba-47be-8704-d42d05989c2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1cb9838-248f-467e-b643-860cdc89ca83}" ma:internalName="TaxCatchAll" ma:showField="CatchAllData" ma:web="c22e5c0a-cfba-47be-8704-d42d05989c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6e6397-f9bd-49ec-ad7c-feae00199676">
      <Terms xmlns="http://schemas.microsoft.com/office/infopath/2007/PartnerControls"/>
    </lcf76f155ced4ddcb4097134ff3c332f>
    <TaxCatchAll xmlns="c22e5c0a-cfba-47be-8704-d42d05989c2a" xsi:nil="true"/>
  </documentManagement>
</p:properties>
</file>

<file path=customXml/itemProps1.xml><?xml version="1.0" encoding="utf-8"?>
<ds:datastoreItem xmlns:ds="http://schemas.openxmlformats.org/officeDocument/2006/customXml" ds:itemID="{639C7BCE-6E38-4149-B207-8A5306407C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6e6397-f9bd-49ec-ad7c-feae00199676"/>
    <ds:schemaRef ds:uri="c22e5c0a-cfba-47be-8704-d42d05989c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F176B8-5225-4D15-872B-4F20A2E430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7FC937-523F-4E5A-8771-752FC85622A0}">
  <ds:schemaRefs>
    <ds:schemaRef ds:uri="http://purl.org/dc/elements/1.1/"/>
    <ds:schemaRef ds:uri="http://schemas.microsoft.com/office/2006/documentManagement/types"/>
    <ds:schemaRef ds:uri="http://www.w3.org/XML/1998/namespace"/>
    <ds:schemaRef ds:uri="8b6e6397-f9bd-49ec-ad7c-feae00199676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c22e5c0a-cfba-47be-8704-d42d05989c2a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2. Ergebnismaster-Musterfolien</Template>
  <TotalTime>0</TotalTime>
  <Words>12</Words>
  <Application>Microsoft Office PowerPoint</Application>
  <PresentationFormat>Breitbild</PresentationFormat>
  <Paragraphs>12</Paragraphs>
  <Slides>10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Symbol</vt:lpstr>
      <vt:lpstr>Masterlayouts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Ruslan Iskakov</dc:creator>
  <cp:keywords>Ergebnismaster</cp:keywords>
  <cp:lastModifiedBy>Ruslan Iskakov</cp:lastModifiedBy>
  <cp:revision>1</cp:revision>
  <cp:lastPrinted>2025-06-16T09:59:38Z</cp:lastPrinted>
  <dcterms:created xsi:type="dcterms:W3CDTF">2026-03-16T20:42:37Z</dcterms:created>
  <dcterms:modified xsi:type="dcterms:W3CDTF">2026-03-20T12:58:35Z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0x0101006A6D855811924145927D85497DA189FC</vt:lpwstr>
  </property>
  <property fmtid="{D5CDD505-2E9C-101B-9397-08002B2CF9AE}" pid="3" name="MediaServiceImageTags">
    <vt:lpwstr/>
  </property>
</Properties>
</file>